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C0F290-8792-6EDB-7D3D-ED104D805C7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Global YouTube Statistics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Power BI Dashboard Insights and Findings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34E1BC-87C0-8BB9-A7AE-599B56C8CAB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Objective: Analyze YouTube dataset using Power BI</a:t>
            </a:r>
          </a:p>
          <a:p>
            <a:r>
              <a:rPr dirty="0">
                <a:solidFill>
                  <a:schemeClr val="bg1"/>
                </a:solidFill>
              </a:rPr>
              <a:t>Focus on engagement metrics and performance trends</a:t>
            </a:r>
          </a:p>
          <a:p>
            <a:r>
              <a:rPr dirty="0">
                <a:solidFill>
                  <a:schemeClr val="bg1"/>
                </a:solidFill>
              </a:rPr>
              <a:t>Provide insights for content creators and marketers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03F077-E9F0-16AD-9434-2D6E4C8C563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Global YouTube statistics dataset</a:t>
            </a:r>
          </a:p>
          <a:p>
            <a:r>
              <a:rPr dirty="0">
                <a:solidFill>
                  <a:schemeClr val="bg1"/>
                </a:solidFill>
              </a:rPr>
              <a:t>Includes views, subscribers, uploads, rankings</a:t>
            </a:r>
          </a:p>
          <a:p>
            <a:r>
              <a:rPr dirty="0">
                <a:solidFill>
                  <a:schemeClr val="bg1"/>
                </a:solidFill>
              </a:rPr>
              <a:t>Data cleaned and processed for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67E3CD-B1C8-35B3-A6DC-EB2F5A43438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Maximum Uploads: 301K</a:t>
            </a:r>
          </a:p>
          <a:p>
            <a:r>
              <a:rPr dirty="0">
                <a:solidFill>
                  <a:schemeClr val="bg1"/>
                </a:solidFill>
              </a:rPr>
              <a:t>Minimum View Rank: 1</a:t>
            </a:r>
          </a:p>
          <a:p>
            <a:r>
              <a:rPr dirty="0">
                <a:solidFill>
                  <a:schemeClr val="bg1"/>
                </a:solidFill>
              </a:rPr>
              <a:t>Average Views (30 days): 245M</a:t>
            </a:r>
          </a:p>
          <a:p>
            <a:r>
              <a:rPr dirty="0">
                <a:solidFill>
                  <a:schemeClr val="bg1"/>
                </a:solidFill>
              </a:rPr>
              <a:t>Total Uploads: 8.21M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B01153-D94D-47EE-F91F-2C183A532B62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Upload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News channels dominate in uploads</a:t>
            </a:r>
          </a:p>
          <a:p>
            <a:r>
              <a:rPr dirty="0">
                <a:solidFill>
                  <a:schemeClr val="bg1"/>
                </a:solidFill>
              </a:rPr>
              <a:t>Top contributors: ABP News, India TV, </a:t>
            </a:r>
            <a:r>
              <a:rPr dirty="0" err="1">
                <a:solidFill>
                  <a:schemeClr val="bg1"/>
                </a:solidFill>
              </a:rPr>
              <a:t>Aaj</a:t>
            </a:r>
            <a:r>
              <a:rPr dirty="0">
                <a:solidFill>
                  <a:schemeClr val="bg1"/>
                </a:solidFill>
              </a:rPr>
              <a:t> Tak</a:t>
            </a:r>
          </a:p>
          <a:p>
            <a:r>
              <a:rPr dirty="0">
                <a:solidFill>
                  <a:schemeClr val="bg1"/>
                </a:solidFill>
              </a:rPr>
              <a:t>High uploads do not guarantee high engagement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0E4DC5-CE49-9AF7-CFAA-D2DCBBB1E1E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Channel Type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Entertainment and Music rank highest</a:t>
            </a:r>
          </a:p>
          <a:p>
            <a:r>
              <a:rPr dirty="0">
                <a:solidFill>
                  <a:schemeClr val="bg1"/>
                </a:solidFill>
              </a:rPr>
              <a:t>Niche categories have lower visibility</a:t>
            </a:r>
          </a:p>
          <a:p>
            <a:r>
              <a:rPr dirty="0">
                <a:solidFill>
                  <a:schemeClr val="bg1"/>
                </a:solidFill>
              </a:rPr>
              <a:t>Content type impacts performance significantly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077274-2F0F-A55A-B5EC-BEC320BA480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Subscriber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Entertainment: Highest subscribers</a:t>
            </a:r>
          </a:p>
          <a:p>
            <a:r>
              <a:rPr dirty="0">
                <a:solidFill>
                  <a:schemeClr val="bg1"/>
                </a:solidFill>
              </a:rPr>
              <a:t>Music and People &amp; Blogs follow</a:t>
            </a:r>
          </a:p>
          <a:p>
            <a:r>
              <a:rPr dirty="0">
                <a:solidFill>
                  <a:schemeClr val="bg1"/>
                </a:solidFill>
              </a:rPr>
              <a:t>Gaming and Comedy moderate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66B7D8-B749-74ED-6931-7F077CBCF224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Views per Subscriber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Entertainment and Education show strong engagement</a:t>
            </a:r>
          </a:p>
          <a:p>
            <a:r>
              <a:rPr dirty="0">
                <a:solidFill>
                  <a:schemeClr val="bg1"/>
                </a:solidFill>
              </a:rPr>
              <a:t>Some categories have lower interaction rates</a:t>
            </a:r>
          </a:p>
          <a:p>
            <a:r>
              <a:rPr dirty="0">
                <a:solidFill>
                  <a:schemeClr val="bg1"/>
                </a:solidFill>
              </a:rPr>
              <a:t>Engagement varies across categories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8F1DD6-84D2-4835-301E-B5E4542E775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Decomposition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Entertainment contributes most to ranking</a:t>
            </a:r>
          </a:p>
          <a:p>
            <a:r>
              <a:rPr dirty="0">
                <a:solidFill>
                  <a:schemeClr val="bg1"/>
                </a:solidFill>
              </a:rPr>
              <a:t>Music and People &amp; Blogs follow</a:t>
            </a:r>
          </a:p>
          <a:p>
            <a:r>
              <a:rPr dirty="0">
                <a:solidFill>
                  <a:schemeClr val="bg1"/>
                </a:solidFill>
              </a:rPr>
              <a:t>Category influences channel success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A08A65-A7E8-E6EA-0B5F-18E9FFA7A67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Focus on high-performing categories</a:t>
            </a:r>
          </a:p>
          <a:p>
            <a:r>
              <a:rPr dirty="0">
                <a:solidFill>
                  <a:schemeClr val="bg1"/>
                </a:solidFill>
              </a:rPr>
              <a:t>Balance content quality and quantity</a:t>
            </a:r>
          </a:p>
          <a:p>
            <a:r>
              <a:rPr dirty="0">
                <a:solidFill>
                  <a:schemeClr val="bg1"/>
                </a:solidFill>
              </a:rPr>
              <a:t>Improve engagement strategies</a:t>
            </a:r>
          </a:p>
          <a:p>
            <a:r>
              <a:rPr dirty="0">
                <a:solidFill>
                  <a:schemeClr val="bg1"/>
                </a:solidFill>
              </a:rPr>
              <a:t>Analyze audience behavior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34B804-67BD-3144-9157-E6BB19D99357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YouTube is dominated by Entertainment content</a:t>
            </a:r>
          </a:p>
          <a:p>
            <a:r>
              <a:rPr dirty="0">
                <a:solidFill>
                  <a:schemeClr val="bg1"/>
                </a:solidFill>
              </a:rPr>
              <a:t>Engagement matters more than volume</a:t>
            </a:r>
          </a:p>
          <a:p>
            <a:r>
              <a:rPr dirty="0">
                <a:solidFill>
                  <a:schemeClr val="bg1"/>
                </a:solidFill>
              </a:rPr>
              <a:t>Data-driven decisions improve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203</Words>
  <Application>Microsoft Office PowerPoint</Application>
  <PresentationFormat>On-screen Show (4:3)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Global YouTube Statistics Analysis</vt:lpstr>
      <vt:lpstr>Introduction</vt:lpstr>
      <vt:lpstr>Dataset Overview</vt:lpstr>
      <vt:lpstr>Key KPIs</vt:lpstr>
      <vt:lpstr>Upload Trends</vt:lpstr>
      <vt:lpstr>Channel Type Analysis</vt:lpstr>
      <vt:lpstr>Subscriber Distribution</vt:lpstr>
      <vt:lpstr>Views per Subscriber</vt:lpstr>
      <vt:lpstr>Decomposition Insights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Revathi Miriyam</cp:lastModifiedBy>
  <cp:revision>3</cp:revision>
  <dcterms:created xsi:type="dcterms:W3CDTF">2013-01-27T09:14:16Z</dcterms:created>
  <dcterms:modified xsi:type="dcterms:W3CDTF">2026-03-23T19:42:45Z</dcterms:modified>
  <cp:category/>
</cp:coreProperties>
</file>